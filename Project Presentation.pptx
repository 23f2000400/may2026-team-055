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97280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 055 | IIT MADRAS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NIROGPATH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Smart Hospital Appointment, Live OPD Queue Tracking &amp; AI Healthcare Platform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Streamlining patient appointments, eliminating OPD waiting anxiety, and automating clinical workflows with RAG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297680"/>
            <a:ext cx="98142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PROJECT CONTRIBUTORS (IIT MADRAS BS DEGREE PROGRAMME):</a:t>
            </a:r>
          </a:p>
          <a:p>
            <a:pPr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• Piyush Gupta (23F2000400)   • Yash Tripathi (22F1000614)   • Harshvi Saini (21F3002418)</a:t>
            </a:r>
            <a:br/>
            <a:r>
              <a:t>• Kaustubh Singh (21F3002304)   • Vootakoti Devaharshini (23F3001285)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BACKGROUND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Healthcare &amp; OPD Operational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6400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657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Long Waiting Times &amp; Uncertainty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Patients endure uncertain 45-90+ min waiting room delays without any visibility into their real queue position or doctor consultation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65576" y="1645920"/>
            <a:ext cx="2514600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2736" y="178308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46888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Illegible Handwritten Rx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Paper prescriptions are difficult to read, causing confusion around medication dosages, frequency timings, and dietary precautions after returning home.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1460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6792" y="178308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6888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OPD Queue Disruptions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Uncoordinated walk-in arrivals cause schedule bottlenecks, overcrowded waiting corridors, and doctor burnout during peak OPD consultation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645920"/>
            <a:ext cx="2514600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70848" y="178308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46888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Heavy Administrative Burden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Receptionists are constantly overwhelmed with repeated queue inquiries, manual paper registers, and scheduling conflicts between walk-ins and pre-booked slots.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USER RESEARCH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Stakeholder Identification &amp;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06324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PRIMARY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Patients (Ram Krishna Pandey)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Patients booking consultations &amp; chronic follow-ups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Elderly patients requiring simple slot booking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Remote patients seeking specialty recommendations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Need clear queue tracking &amp; digital prescriptions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Goal: Frictionless booking, live queue transparency &amp; digital health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856" y="1828800"/>
            <a:ext cx="3063240" cy="3657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SECONDARY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Receptionists (Ms. Swapna)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Hospital front-desk staff managing daily OPD flow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Handles walk-in patient registrations &amp; tokens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Verifies pre-booked patient arrivals at the clinic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Assists non-tech-savvy patients with queue tokens</a:t>
            </a:r>
          </a:p>
          <a:p>
            <a:br/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Goal: Streamline walk-in traffic &amp; eliminate queue status inquiries.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1312" y="1828800"/>
            <a:ext cx="3063240" cy="3657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333EA"/>
                </a:solidFill>
                <a:latin typeface="Segoe UI"/>
              </a:defRPr>
            </a:pPr>
            <a:r>
              <a:t>TERTIARY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Doctors &amp; Admins (Dr. Neera)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Consulting doctors managing active OPD token queues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One-click call next patient and issue e-prescriptions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AI Queue Review assistant for rapid patient triage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Hospital Admins analyzing patient volume &amp; stats</a:t>
            </a:r>
          </a:p>
          <a:p>
            <a:br/>
            <a:pPr>
              <a:defRPr sz="1200" b="1">
                <a:solidFill>
                  <a:srgbClr val="9333EA"/>
                </a:solidFill>
                <a:latin typeface="Segoe UI"/>
              </a:defRPr>
            </a:pPr>
            <a:r>
              <a:t>Goal: Maximize clinical consultation time &amp; operational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Patient User Stories (SMART Compliance)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Search Doctors by Specialty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Filter doctors by medical specialty, experience, hospital location, and consultation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61488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898648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852928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Online Slot Booking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Select a convenient time slot and book consultation with automated wallet deposit &amp;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014216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968496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Live Token Queue Tracking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Join digital queue upon arrival, monitor live token position, and estimate waiting time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92624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5129784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084064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RAG AI Prescription Assistant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Ask questions regarding medication timing, dietary precautions, and dosage instructions directly to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737360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Digital E-Prescriptions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Access and download structured digital prescriptions anytime with clear schedule indicators.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61488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2898648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52928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Automated Turn Alerts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Receive notifications when queue position advances within 2 tokens to avoid missing consultation.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77056"/>
            <a:ext cx="52422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014216"/>
            <a:ext cx="822960" cy="3200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US-P7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968496"/>
            <a:ext cx="4099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AI Specialty Recommender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Describe symptoms in natural language to receive AI recommendation for doctor and hospital.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CLINICAL &amp; ADMINISTRATIVE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Doctor, Receptionist &amp; Admin Stories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76495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DOCTOR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764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US-D1: Live OPD Queue View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View all waiting, in-consultation, and completed patients ordered by token.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US-D2: 1-Click Call Next Patient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Digitally call the next patient, transitioning status and alerting waiting room.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US-D3: Digital Prescription Writer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Create structured prescriptions with frequency presets (OD, BID, TID, QID).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US-D4: AI OPD Queue Review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Instant AI analysis of patient symptoms, urgency flags, and action suggestions.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US-D5: Doctor Delay Broadcast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Announce OPD delay (e.g. +30m) to automatically update all waiting patient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876495" cy="3657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RECEPTIONIST &amp; ADMIN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764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US-R1: Reception Walk-In Kiosk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Register walk-in patients rapidly and assign queue tokens without mobile app.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US-R2: Patient Arrival Verification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Check-in booked patients upon physical hospital arrival to activate queue token.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US-A1: Doctor &amp; Schedule Management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Add doctor profiles, configure consultation slots, and set department fees.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US-A2: OPD Analytics &amp; Reports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 Track daily patient volume, average consultation duration, and revenue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ARCHITECTURE &amp; PATIENT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End-to-End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103120"/>
            <a:ext cx="7315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Search / AI Match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Browse doctors or describe symptoms for AI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99232" y="2103120"/>
            <a:ext cx="7315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Book Slot &amp; Pay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Select time slot and lock appointment with wallet deposit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9744" y="210312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Arrival &amp; Token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Check-in upon arrival; get assigned live digital token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0256" y="210312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Live Queue Track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Monitor real-time queue position &amp; doctor delay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0768" y="2103120"/>
            <a:ext cx="731520" cy="7315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Doctor Consult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Doctor reviews AI summary &amp; calls token for consultation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828800"/>
            <a:ext cx="16459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1280" y="2103120"/>
            <a:ext cx="731520" cy="7315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017520"/>
            <a:ext cx="1463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Digital Rx &amp; Q&amp;A</a:t>
            </a:r>
          </a:p>
          <a:p>
            <a:br/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Receive digital prescription &amp; ask RAG AI follow-up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✦ Seamless synchronization between Patient Mobile UI, Doctor OPD Dashboard, and Receptionist Walk-in Kiosk.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SPRINT 2 AI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Intelligent Healthcare AI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RAG Prescription &amp; Health Assistant</a:t>
            </a:r>
          </a:p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RETRIEVAL-AUGMENTED GENERATION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Indexes medical guidelines, dosage timing, and dietary rules into vector store.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Retrieves top-3 relevant knowledge chunks on every patient chat query.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Answers post-consultation queries: e.g. 'Can I take Paracetamol after food?'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Prevents hallucinations and grounds advice in verified clinical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856" y="1828800"/>
            <a:ext cx="54864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Smart Doctor &amp; Specialty Recommender</a:t>
            </a:r>
          </a:p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STRUCTURED JSON RECOMMENDATION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Patients describe symptoms in conversational language with budget/city.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AI analyzes clinical complaints and maps to appropriate specialty.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Returns optimal doctor, hospital, and slot with 1-sentence reasoning.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One-click 'Use this recommendation' pre-fills the booking wizard.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1312" y="1828800"/>
            <a:ext cx="548640" cy="3657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2860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Doctor OPD Queue Review Assistant</a:t>
            </a:r>
          </a:p>
          <a:p>
            <a:pPr>
              <a:defRPr sz="1000" b="1">
                <a:solidFill>
                  <a:srgbClr val="9333EA"/>
                </a:solidFill>
                <a:latin typeface="Segoe UI"/>
              </a:defRPr>
            </a:pPr>
            <a:r>
              <a:t>STRUCTURED CLINICAL ANALYSIS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Automatically reviews patient profile when doctor opens consultation view.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Generates 1-sentence overview, urgency flags, and suggested next actions.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Highlights high fever (&gt;101°F) or elevated vitals for rapid triage.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• Degrades gracefully without interrupting doctor workflow on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188720"/>
            <a:ext cx="22860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 055 — NIROGPATH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Transforming Healthcare Access with Digital OPDs &amp; AI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91840"/>
            <a:ext cx="30175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FastAPI &amp; React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High-performance REST APIs, MongoDB motor backend, and responsive modern frontend.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291840"/>
            <a:ext cx="30175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100% Test Coverage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automated pytest test suite covering RBAC, edge cases, and RAG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291840"/>
            <a:ext cx="30175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4747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Segoe UI"/>
              </a:defRPr>
            </a:pPr>
            <a:r>
              <a:t>Patient-Centric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Zero waiting uncertainty, digital e-prescriptions, and AI-assisted care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IIT Madras BS Degree Programme  •  Software Engineering Project (May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